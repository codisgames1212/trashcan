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58" r:id="rId3"/>
    <p:sldId id="260" r:id="rId4"/>
    <p:sldId id="257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108" y="-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892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913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335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123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057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022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2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333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921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655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191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2544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181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324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418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701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882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harpenSoften amount="100000"/>
                    </a14:imgEffect>
                    <a14:imgEffect>
                      <a14:saturation sat="400000"/>
                    </a14:imgEffect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8549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shopee.ph/ESP32-C3-Development-Board-Soldered-and-Unsoldered-i.18252381.42554119049?extraParams=%7B%22display_model_id%22%3A260350667839%2C%22model_selection_logic%22%3A3%7D&amp;sp_atk=ec374f84-6601-4b4c-bd19-c6ff1fe087e7&amp;xptdk=ec374f84-6601-4b4c-bd19-c6ff1fe087e7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hopee.ph/SG92R-SG90-Micro-9g-Servo-Nylon-Carbon-fiber-Gears-for-RC-Model-Aero-modelling-Helicopter-Parts-i.18252381.190150274?extraParams=%7B%22display_model_id%22%3A37455379948%2C%22model_selection_logic%22%3A3%7D&amp;sp_atk=34e92e02-2cf6-4cf4-8e7e-9e570ea428ad&amp;xptdk=34e92e02-2cf6-4cf4-8e7e-9e570ea428a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shopee.ph/Ultrasonic-Sensor-HC-SR04-Distance-Measuring-Module-i.18252381.190150299?extraParams=%7B%22display_model_id%22%3A112624994081%2C%22model_selection_logic%22%3A3%7D&amp;rModelId=112624994081&amp;sp_atk=719d86d2-161f-4168-8713-1671db7756fb&amp;vItemId=42054801228&amp;vModelId=290969627246&amp;vShopId=1257811163&amp;xptdk=719d86d2-161f-4168-8713-1671db7756fb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shopee.ph/40pcs-10cm-20cm-30cm-Breadboard-connecting-Jumper-Wires-Dupont-Wire-Cable-Arduino-Prototyping-i.18252381.190149221?extraParams=%7B%22display_model_id%22%3A84994505377%2C%22model_selection_logic%22%3A3%7D&amp;sp_atk=5f458ae5-82d4-4e20-b05e-e5146bba92bb&amp;xptdk=5f458ae5-82d4-4e20-b05e-e5146bba92bb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3058" y="647069"/>
            <a:ext cx="8791575" cy="3696127"/>
          </a:xfrm>
        </p:spPr>
        <p:txBody>
          <a:bodyPr>
            <a:normAutofit/>
          </a:bodyPr>
          <a:lstStyle/>
          <a:p>
            <a:pPr algn="ctr"/>
            <a:r>
              <a:rPr lang="en-PH" sz="13800" dirty="0" smtClean="0"/>
              <a:t>TRASH CAN</a:t>
            </a:r>
            <a:endParaRPr lang="en-US" sz="13800" dirty="0"/>
          </a:p>
        </p:txBody>
      </p:sp>
    </p:spTree>
    <p:extLst>
      <p:ext uri="{BB962C8B-B14F-4D97-AF65-F5344CB8AC3E}">
        <p14:creationId xmlns:p14="http://schemas.microsoft.com/office/powerpoint/2010/main" val="124063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/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30" r="18152"/>
          <a:stretch/>
        </p:blipFill>
        <p:spPr>
          <a:xfrm>
            <a:off x="2210463" y="241653"/>
            <a:ext cx="7768424" cy="6374693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4770783" y="3379304"/>
            <a:ext cx="1431234" cy="33395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4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hlinkClick r:id="rId2"/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8" r="17695"/>
          <a:stretch/>
        </p:blipFill>
        <p:spPr>
          <a:xfrm>
            <a:off x="2130950" y="241653"/>
            <a:ext cx="7903596" cy="6374693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4548146" y="3554233"/>
            <a:ext cx="1431234" cy="33395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1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hlinkClick r:id="rId2"/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4" r="17435"/>
          <a:stretch/>
        </p:blipFill>
        <p:spPr>
          <a:xfrm>
            <a:off x="2258170" y="289362"/>
            <a:ext cx="7943353" cy="6374693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5709037" y="3419061"/>
            <a:ext cx="1431234" cy="33395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6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hlinkClick r:id="rId2"/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7" r="19326"/>
          <a:stretch/>
        </p:blipFill>
        <p:spPr>
          <a:xfrm>
            <a:off x="2083242" y="241653"/>
            <a:ext cx="7752521" cy="6374693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4603806" y="3848431"/>
            <a:ext cx="1431234" cy="33395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3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313" y="1105727"/>
            <a:ext cx="8234529" cy="476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566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71212" l="31971" r="61022">
                        <a14:foregroundMark x1="34599" y1="12121" x2="35182" y2="59091"/>
                        <a14:foregroundMark x1="35766" y1="13131" x2="35912" y2="63889"/>
                        <a14:foregroundMark x1="33577" y1="12121" x2="33723" y2="60354"/>
                        <a14:foregroundMark x1="34453" y1="12121" x2="35766" y2="62374"/>
                        <a14:foregroundMark x1="35182" y1="12626" x2="33577" y2="27273"/>
                        <a14:foregroundMark x1="35182" y1="14899" x2="34453" y2="28788"/>
                        <a14:foregroundMark x1="34599" y1="16414" x2="34891" y2="30051"/>
                        <a14:foregroundMark x1="35182" y1="17929" x2="34891" y2="30051"/>
                        <a14:foregroundMark x1="34891" y1="14899" x2="34891" y2="26515"/>
                        <a14:foregroundMark x1="35036" y1="11111" x2="34453" y2="18687"/>
                        <a14:foregroundMark x1="34015" y1="13131" x2="33723" y2="22475"/>
                        <a14:foregroundMark x1="43066" y1="6061" x2="41168" y2="10354"/>
                        <a14:foregroundMark x1="41168" y1="5808" x2="43358" y2="6061"/>
                        <a14:foregroundMark x1="41898" y1="5303" x2="51095" y2="5051"/>
                        <a14:foregroundMark x1="45109" y1="4545" x2="51679" y2="4293"/>
                        <a14:foregroundMark x1="57810" y1="12626" x2="58686" y2="61869"/>
                        <a14:foregroundMark x1="59416" y1="12121" x2="59416" y2="62121"/>
                        <a14:foregroundMark x1="59270" y1="11616" x2="59708" y2="61111"/>
                        <a14:foregroundMark x1="59562" y1="10101" x2="59562" y2="63131"/>
                        <a14:foregroundMark x1="35182" y1="12879" x2="34891" y2="55051"/>
                        <a14:foregroundMark x1="34453" y1="42172" x2="36058" y2="49242"/>
                        <a14:foregroundMark x1="34891" y1="42172" x2="36934" y2="49242"/>
                        <a14:foregroundMark x1="34015" y1="40909" x2="35328" y2="49495"/>
                        <a14:foregroundMark x1="34599" y1="44444" x2="36642" y2="57828"/>
                        <a14:foregroundMark x1="34453" y1="49242" x2="35474" y2="56061"/>
                        <a14:foregroundMark x1="35328" y1="13131" x2="34307" y2="22475"/>
                        <a14:foregroundMark x1="34453" y1="14899" x2="34453" y2="14899"/>
                        <a14:foregroundMark x1="34745" y1="14899" x2="34745" y2="14899"/>
                        <a14:foregroundMark x1="34745" y1="14394" x2="34745" y2="14394"/>
                        <a14:foregroundMark x1="34599" y1="13384" x2="35912" y2="21717"/>
                        <a14:foregroundMark x1="35328" y1="13889" x2="35036" y2="20707"/>
                        <a14:foregroundMark x1="34599" y1="13636" x2="34599" y2="20202"/>
                        <a14:foregroundMark x1="35036" y1="14394" x2="40876" y2="36364"/>
                        <a14:foregroundMark x1="43358" y1="24495" x2="43796" y2="29798"/>
                        <a14:foregroundMark x1="47153" y1="24495" x2="47007" y2="32828"/>
                        <a14:foregroundMark x1="50949" y1="20707" x2="51095" y2="30303"/>
                        <a14:foregroundMark x1="44818" y1="63384" x2="49197" y2="63889"/>
                        <a14:foregroundMark x1="45547" y1="64899" x2="48759" y2="64646"/>
                        <a14:backgroundMark x1="34599" y1="12626" x2="35328" y2="55051"/>
                      </a14:backgroundRemoval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987" r="39397" b="32029"/>
          <a:stretch/>
        </p:blipFill>
        <p:spPr>
          <a:xfrm>
            <a:off x="1345096" y="2604135"/>
            <a:ext cx="2274073" cy="323568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07" b="94953" l="0" r="57664">
                        <a14:foregroundMark x1="33869" y1="28785" x2="35036" y2="23364"/>
                        <a14:foregroundMark x1="38394" y1="29533" x2="35912" y2="20000"/>
                        <a14:foregroundMark x1="33723" y1="22991" x2="33723" y2="20000"/>
                        <a14:foregroundMark x1="38102" y1="20187" x2="39270" y2="24112"/>
                        <a14:foregroundMark x1="38832" y1="20561" x2="39270" y2="25421"/>
                        <a14:foregroundMark x1="40292" y1="20187" x2="40146" y2="26355"/>
                        <a14:foregroundMark x1="32409" y1="20187" x2="33723" y2="250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7660" y="-169794"/>
            <a:ext cx="4359277" cy="34046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367" y="2604135"/>
            <a:ext cx="6524625" cy="3667125"/>
          </a:xfrm>
          <a:prstGeom prst="rect">
            <a:avLst/>
          </a:prstGeom>
        </p:spPr>
      </p:pic>
      <p:cxnSp>
        <p:nvCxnSpPr>
          <p:cNvPr id="6" name="Elbow Connector 5"/>
          <p:cNvCxnSpPr/>
          <p:nvPr/>
        </p:nvCxnSpPr>
        <p:spPr>
          <a:xfrm>
            <a:off x="3474720" y="3234897"/>
            <a:ext cx="5573545" cy="1984803"/>
          </a:xfrm>
          <a:prstGeom prst="bentConnector3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Elbow Connector 7"/>
          <p:cNvCxnSpPr/>
          <p:nvPr/>
        </p:nvCxnSpPr>
        <p:spPr>
          <a:xfrm>
            <a:off x="3415257" y="3516338"/>
            <a:ext cx="6124983" cy="2168182"/>
          </a:xfrm>
          <a:prstGeom prst="bentConnector3">
            <a:avLst>
              <a:gd name="adj1" fmla="val 42162"/>
            </a:avLst>
          </a:prstGeom>
          <a:ln w="76200">
            <a:solidFill>
              <a:schemeClr val="bg1">
                <a:lumMod val="95000"/>
                <a:lumOff val="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flipV="1">
            <a:off x="5906997" y="2211956"/>
            <a:ext cx="2596923" cy="1028202"/>
          </a:xfrm>
          <a:prstGeom prst="bentConnector3">
            <a:avLst>
              <a:gd name="adj1" fmla="val 3444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" name="Elbow Connector 19"/>
          <p:cNvCxnSpPr/>
          <p:nvPr/>
        </p:nvCxnSpPr>
        <p:spPr>
          <a:xfrm flipV="1">
            <a:off x="5988367" y="2493397"/>
            <a:ext cx="2515553" cy="1388043"/>
          </a:xfrm>
          <a:prstGeom prst="bentConnector3">
            <a:avLst>
              <a:gd name="adj1" fmla="val 50000"/>
            </a:avLst>
          </a:prstGeom>
          <a:ln w="76200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9563100" y="5839820"/>
            <a:ext cx="15240" cy="159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9540240" y="5219700"/>
            <a:ext cx="0" cy="464820"/>
          </a:xfrm>
          <a:prstGeom prst="line">
            <a:avLst/>
          </a:prstGeom>
          <a:ln w="76200">
            <a:solidFill>
              <a:schemeClr val="bg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/>
          <p:nvPr/>
        </p:nvCxnSpPr>
        <p:spPr>
          <a:xfrm flipV="1">
            <a:off x="1440180" y="1988820"/>
            <a:ext cx="6949916" cy="2780950"/>
          </a:xfrm>
          <a:prstGeom prst="bentConnector3">
            <a:avLst>
              <a:gd name="adj1" fmla="val -5369"/>
            </a:avLst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Elbow Connector 37"/>
          <p:cNvCxnSpPr/>
          <p:nvPr/>
        </p:nvCxnSpPr>
        <p:spPr>
          <a:xfrm>
            <a:off x="3415257" y="4788983"/>
            <a:ext cx="5812561" cy="1161575"/>
          </a:xfrm>
          <a:prstGeom prst="bentConnector3">
            <a:avLst>
              <a:gd name="adj1" fmla="val 36759"/>
            </a:avLst>
          </a:prstGeom>
          <a:ln w="76200">
            <a:solidFill>
              <a:srgbClr val="00B05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9227819" y="5230323"/>
            <a:ext cx="876" cy="730377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9387840" y="5230323"/>
            <a:ext cx="53340" cy="106015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/>
          <p:nvPr/>
        </p:nvCxnSpPr>
        <p:spPr>
          <a:xfrm>
            <a:off x="3415257" y="4442460"/>
            <a:ext cx="6025923" cy="1828800"/>
          </a:xfrm>
          <a:prstGeom prst="bentConnector3">
            <a:avLst>
              <a:gd name="adj1" fmla="val 29009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51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52</TotalTime>
  <Words>2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Tw Cen MT</vt:lpstr>
      <vt:lpstr>Circuit</vt:lpstr>
      <vt:lpstr>TRASH CAN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22</cp:revision>
  <dcterms:created xsi:type="dcterms:W3CDTF">2026-02-20T02:12:05Z</dcterms:created>
  <dcterms:modified xsi:type="dcterms:W3CDTF">2026-02-20T03:04:08Z</dcterms:modified>
</cp:coreProperties>
</file>